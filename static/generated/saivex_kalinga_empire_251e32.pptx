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Kalinga Empire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FUTURE VISION • AI 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What is Kalinga Empire and why it matters.</a:t>
            </a:r>
          </a:p>
          <a:p>
            <a:pPr>
              <a:defRPr sz="2000"/>
            </a:pPr>
            <a:r>
              <a:t>Understand the connection between Kalinga Empire and modern knowledge.</a:t>
            </a:r>
          </a:p>
          <a:p>
            <a:pPr>
              <a:defRPr sz="2000"/>
            </a:pPr>
            <a:r>
              <a:t>Explore important facts and examples about Kalinga Empire.</a:t>
            </a:r>
          </a:p>
          <a:p>
            <a:pPr>
              <a:defRPr sz="2000"/>
            </a:pPr>
            <a:r>
              <a:t>Use this slide to explain Kalinga Empire clearly and confidently.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The origin, meaning, and development of Kalinga Empire.</a:t>
            </a:r>
          </a:p>
          <a:p>
            <a:pPr>
              <a:defRPr sz="2000"/>
            </a:pPr>
            <a:r>
              <a:t>Understand the connection between Kalinga Empire and modern knowledge.</a:t>
            </a:r>
          </a:p>
          <a:p>
            <a:pPr>
              <a:defRPr sz="2000"/>
            </a:pPr>
            <a:r>
              <a:t>Explore important facts and examples about Kalinga Empire.</a:t>
            </a:r>
          </a:p>
          <a:p>
            <a:pPr>
              <a:defRPr sz="2000"/>
            </a:pPr>
            <a:r>
              <a:t>Use this slide to explain Kalinga Empire clearly and confidently.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Important ideas connected to Kalinga Empire.</a:t>
            </a:r>
          </a:p>
          <a:p>
            <a:pPr>
              <a:defRPr sz="2000"/>
            </a:pPr>
            <a:r>
              <a:t>Understand the connection between Kalinga Empire and modern knowledge.</a:t>
            </a:r>
          </a:p>
          <a:p>
            <a:pPr>
              <a:defRPr sz="2000"/>
            </a:pPr>
            <a:r>
              <a:t>Explore important facts and examples about Kalinga Empire.</a:t>
            </a:r>
          </a:p>
          <a:p>
            <a:pPr>
              <a:defRPr sz="2000"/>
            </a:pPr>
            <a:r>
              <a:t>Use this slide to explain Kalinga Empire clearly and confidently.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Core features, qualities, or elements of Kalinga Empire.</a:t>
            </a:r>
          </a:p>
          <a:p>
            <a:pPr>
              <a:defRPr sz="2000"/>
            </a:pPr>
            <a:r>
              <a:t>Understand the connection between Kalinga Empire and modern knowledge.</a:t>
            </a:r>
          </a:p>
          <a:p>
            <a:pPr>
              <a:defRPr sz="2000"/>
            </a:pPr>
            <a:r>
              <a:t>Explore important facts and examples about Kalinga Empire.</a:t>
            </a:r>
          </a:p>
          <a:p>
            <a:pPr>
              <a:defRPr sz="2000"/>
            </a:pPr>
            <a:r>
              <a:t>Use this slide to explain Kalinga Empire clearly and confidently.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Where Kalinga Empire is used in real life.</a:t>
            </a:r>
          </a:p>
          <a:p>
            <a:pPr>
              <a:defRPr sz="2000"/>
            </a:pPr>
            <a:r>
              <a:t>Understand the connection between Kalinga Empire and modern knowledge.</a:t>
            </a:r>
          </a:p>
          <a:p>
            <a:pPr>
              <a:defRPr sz="2000"/>
            </a:pPr>
            <a:r>
              <a:t>Explore important facts and examples about Kalinga Empire.</a:t>
            </a:r>
          </a:p>
          <a:p>
            <a:pPr>
              <a:defRPr sz="2000"/>
            </a:pPr>
            <a:r>
              <a:t>Use this slide to explain Kalinga Empire clearly and confidently.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Benefits and positive impact of Kalinga Empire.</a:t>
            </a:r>
          </a:p>
          <a:p>
            <a:pPr>
              <a:defRPr sz="2000"/>
            </a:pPr>
            <a:r>
              <a:t>Understand the connection between Kalinga Empire and modern knowledge.</a:t>
            </a:r>
          </a:p>
          <a:p>
            <a:pPr>
              <a:defRPr sz="2000"/>
            </a:pPr>
            <a:r>
              <a:t>Explore important facts and examples about Kalinga Empire.</a:t>
            </a:r>
          </a:p>
          <a:p>
            <a:pPr>
              <a:defRPr sz="2000"/>
            </a:pPr>
            <a:r>
              <a:t>Use this slide to explain Kalinga Empire clearly and confidently.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Problems, limitations, and difficulties of Kalinga Empire.</a:t>
            </a:r>
          </a:p>
          <a:p>
            <a:pPr>
              <a:defRPr sz="2000"/>
            </a:pPr>
            <a:r>
              <a:t>Understand the connection between Kalinga Empire and modern knowledge.</a:t>
            </a:r>
          </a:p>
          <a:p>
            <a:pPr>
              <a:defRPr sz="2000"/>
            </a:pPr>
            <a:r>
              <a:t>Explore important facts and examples about Kalinga Empire.</a:t>
            </a:r>
          </a:p>
          <a:p>
            <a:pPr>
              <a:defRPr sz="2000"/>
            </a:pPr>
            <a:r>
              <a:t>Use this slide to explain Kalinga Empire clearly and confidently.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Practical examples related to Kalinga Empire.</a:t>
            </a:r>
          </a:p>
          <a:p>
            <a:pPr>
              <a:defRPr sz="2000"/>
            </a:pPr>
            <a:r>
              <a:t>Understand the connection between Kalinga Empire and modern knowledge.</a:t>
            </a:r>
          </a:p>
          <a:p>
            <a:pPr>
              <a:defRPr sz="2000"/>
            </a:pPr>
            <a:r>
              <a:t>Explore important facts and examples about Kalinga Empire.</a:t>
            </a:r>
          </a:p>
          <a:p>
            <a:pPr>
              <a:defRPr sz="2000"/>
            </a:pPr>
            <a:r>
              <a:t>Use this slide to explain Kalinga Empire clearly and confidently.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How Kalinga Empire can develop in the future.</a:t>
            </a:r>
          </a:p>
          <a:p>
            <a:pPr>
              <a:defRPr sz="2000"/>
            </a:pPr>
            <a:r>
              <a:t>Understand the connection between Kalinga Empire and modern knowledge.</a:t>
            </a:r>
          </a:p>
          <a:p>
            <a:pPr>
              <a:defRPr sz="2000"/>
            </a:pPr>
            <a:r>
              <a:t>Explore important facts and examples about Kalinga Empire.</a:t>
            </a:r>
          </a:p>
          <a:p>
            <a:pPr>
              <a:defRPr sz="2000"/>
            </a:pPr>
            <a:r>
              <a:t>Use this slide to explain Kalinga Empire clearly and confidently.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Final summary and importance of Kalinga Empire.</a:t>
            </a:r>
          </a:p>
          <a:p>
            <a:pPr>
              <a:defRPr sz="2000"/>
            </a:pPr>
            <a:r>
              <a:t>Understand the connection between Kalinga Empire and modern knowledge.</a:t>
            </a:r>
          </a:p>
          <a:p>
            <a:pPr>
              <a:defRPr sz="2000"/>
            </a:pPr>
            <a:r>
              <a:t>Explore important facts and examples about Kalinga Empire.</a:t>
            </a:r>
          </a:p>
          <a:p>
            <a:pPr>
              <a:defRPr sz="2000"/>
            </a:pPr>
            <a:r>
              <a:t>Use this slide to explain Kalinga Empire clearly and confidently.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