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Latest Ai News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BRIEF • Generated Automatically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What is Latest Ai News and why it matters.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The origin, meaning, and development of Latest Ai News.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Important ideas connected to Latest Ai News.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Core features, qualities, or elements of Latest Ai News.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Where Latest Ai News is used in real life.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Benefits and positive impact of Latest Ai News.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Problems, limitations, and difficulties of Latest Ai News.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Practical examples related to Latest Ai News.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How Latest Ai News can develop in the future.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Final summary and importance of Latest Ai News.</a:t>
            </a:r>
          </a:p>
          <a:p>
            <a:pPr>
              <a:defRPr sz="2000"/>
            </a:pPr>
            <a:r>
              <a:t>Understand the connection between Latest Ai News and modern knowledge.</a:t>
            </a:r>
          </a:p>
          <a:p>
            <a:pPr>
              <a:defRPr sz="2000"/>
            </a:pPr>
            <a:r>
              <a:t>Explore important facts and examples about Latest Ai News.</a:t>
            </a:r>
          </a:p>
          <a:p>
            <a:pPr>
              <a:defRPr sz="2000"/>
            </a:pPr>
            <a:r>
              <a:t>Use this slide to explain Latest Ai News clearly and confidently.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