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create ppt about Kalinga empire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Saivex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Understand the role of create ppt about Kalinga empire</a:t>
            </a:r>
          </a:p>
          <a:p>
            <a:pPr>
              <a:defRPr sz="2000"/>
            </a:pPr>
            <a:r>
              <a:t>Learn the major ideas connected with create ppt about Kalinga empire</a:t>
            </a:r>
          </a:p>
          <a:p>
            <a:pPr>
              <a:defRPr sz="2000"/>
            </a:pPr>
            <a:r>
              <a:t>Explore examples and practical importance</a:t>
            </a:r>
          </a:p>
          <a:p>
            <a:pPr>
              <a:defRPr sz="2000"/>
            </a:pPr>
            <a:r>
              <a:t>Use this slide as a starting point and expand further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