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create ppt about kalinga empire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Saivex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